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731520"/>
            <a:ext cx="1371600" cy="20116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384048"/>
            <a:ext cx="137160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76288" y="1005840"/>
            <a:ext cx="347472" cy="30175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33488" y="1005840"/>
            <a:ext cx="347472" cy="30175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76288" y="1508760"/>
            <a:ext cx="347472" cy="30175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33488" y="1508760"/>
            <a:ext cx="347472" cy="30175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14032" y="2240280"/>
            <a:ext cx="34747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83880" y="457200"/>
            <a:ext cx="868680" cy="228600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3880" y="201168"/>
            <a:ext cx="868680" cy="2926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93608" y="713232"/>
            <a:ext cx="256032" cy="20116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93608" y="1097280"/>
            <a:ext cx="256032" cy="20116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481328"/>
            <a:ext cx="256032" cy="20116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761488"/>
            <a:ext cx="265176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82296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MPRealEstate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640080" y="2331720"/>
            <a:ext cx="50292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48716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надійний партнер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світі нерухомості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КУПІВЛЯ  •  ПРОДАЖ  •  УГОДИ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MPRealEstate?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3977640" cy="10972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887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Онлайн-платформа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002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Купівля та продаж нерухомості через Інтернет — зручно, швидко та без зайвих зустрічей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18888" y="100584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1005840"/>
            <a:ext cx="3977640" cy="10972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1887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 одному місці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6002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Покупці, продавці та юристи взаємодіють на одній платформі без потреби в посередниках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74320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743200"/>
            <a:ext cx="3977640" cy="1097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260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цикл угоди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33375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першого оголошення до підписання документів та передачі ключів нового власника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8888" y="274320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743200"/>
            <a:ext cx="397764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92608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Безпечно та прозоро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33375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Захист даних, чіткі ролі та прозорий процес на кожному кроці від початку до кінця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може користуватися платформою?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109728" cy="166420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197864"/>
            <a:ext cx="502920" cy="50292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70432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Покупець (Buyer)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" y="184708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Шукає та купує нерухомість. Переглядає оголошення, подає офери, відстежує угоди.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18888" y="1005840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005840"/>
            <a:ext cx="109728" cy="166420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0056" y="1197864"/>
            <a:ext cx="502920" cy="50292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0056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641848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Продавець (Seller)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7488" y="1847088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Виставляє об'єкти на продаж. Керує оголошеннями, пропозиціями та документами.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" y="2807208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807208"/>
            <a:ext cx="109728" cy="16642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99232"/>
            <a:ext cx="502920" cy="5029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70432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 (Lawyer)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" y="364845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Супроводжує угоди. Отримує доступ до документів та відстежує статус справ.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18888" y="2807208"/>
            <a:ext cx="3977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18888" y="2807208"/>
            <a:ext cx="109728" cy="166420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0056" y="2999232"/>
            <a:ext cx="502920" cy="5029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0056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41848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Адміністратор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47488" y="364845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Керує платформою. Контролює активність, статистику та системні налаштування.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Покупець: що доступно?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331720" cy="3840480"/>
          </a:xfrm>
          <a:prstGeom prst="rect">
            <a:avLst/>
          </a:prstGeom>
          <a:solidFill>
            <a:srgbClr val="D6EAF8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2331720" cy="914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618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ПОКУПЕЦЬ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1188720" cy="118872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44368" y="1143000"/>
            <a:ext cx="182880" cy="18288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033272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Переглядати оголошення з фільтрами (ціна, локація, тип)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1563624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4368" y="1755648"/>
            <a:ext cx="182880" cy="18288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645920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Зберігати улюблені об'єкти нерухомості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2176272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4368" y="2368296"/>
            <a:ext cx="182880" cy="18288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2258568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Подавати пропозиції (офери) на купівлю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788920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4368" y="2980944"/>
            <a:ext cx="182880" cy="18288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2871216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Записуватися на перегляд нерухомості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3401568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4368" y="3593592"/>
            <a:ext cx="182880" cy="18288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3483864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Відстежувати статус угоди (депозит, умовний день)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4014216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44368" y="4206240"/>
            <a:ext cx="182880" cy="18288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4096512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Завантажувати та переглядати документи угоди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Продавець: що доступно?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331720" cy="3840480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2331720" cy="914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618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ПРОДАВЕЦЬ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011680"/>
            <a:ext cx="1188720" cy="11887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44368" y="114300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033272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Створювати оголошення з фото та детальним описом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1563624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4368" y="175564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645920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Вказувати адресу та розташування на карті (Google Maps)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2176272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4368" y="2368296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55264" y="2258568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Отримувати та розглядати пропозиції від покупців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788920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4368" y="2980944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2871216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Приймати, відхиляти або зустрічати офери покупців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3401568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4368" y="3593592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3483864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Керувати записами покупців на перегляд об'єктів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4014216"/>
            <a:ext cx="5870448" cy="1371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44368" y="4206240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4096512"/>
            <a:ext cx="5532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Управляти документами та файлами угоди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Покроковий процес угоди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804672" cy="804672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" y="1975104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публікує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оголошення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52144" y="1463040"/>
            <a:ext cx="1271016" cy="3657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078992"/>
            <a:ext cx="804672" cy="80467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67128" y="1975104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Покупець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пропозицію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463040"/>
            <a:ext cx="1271016" cy="3657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1078992"/>
            <a:ext cx="804672" cy="80467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42816" y="1975104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приймає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пропозицію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1463040"/>
            <a:ext cx="1261872" cy="3657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392" y="1078992"/>
            <a:ext cx="804672" cy="8046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078992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1975104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Депозит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(застава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покупця)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2852928"/>
            <a:ext cx="804672" cy="8046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8529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15568" y="374904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Умовний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(Condition Day)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76272" y="3236976"/>
            <a:ext cx="1389888" cy="3657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2852928"/>
            <a:ext cx="804672" cy="804672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8529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10128" y="374904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вступу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власність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(Possession)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70832" y="3236976"/>
            <a:ext cx="1389888" cy="36576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852928"/>
            <a:ext cx="804672" cy="80467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85292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04688" y="374904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оформлює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 на перегляд нерухомості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24128"/>
            <a:ext cx="91440" cy="8046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197864"/>
            <a:ext cx="457200" cy="45720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115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часу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146304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Покупець обирає зручний день та час для перегляду об'єкту нерухомості через платформу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98424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984248"/>
            <a:ext cx="9144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2157984"/>
            <a:ext cx="457200" cy="45720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075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24231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Продавець підтверджує запит або пропонує альтернативний зручний час для зустрічі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944368"/>
            <a:ext cx="91440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118104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Сповіщення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38328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Обидві сторони автоматично отримують повідомлення про підтверджену зустріч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390448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904488"/>
            <a:ext cx="91440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" y="4078224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3995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Архів зустрічей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7008" y="434340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історія всіх показів зберігається в особистому кабінеті для зручного відстеження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Ваші документи під захистом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24128"/>
            <a:ext cx="9144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197864"/>
            <a:ext cx="457200" cy="457200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1155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Безпечне зберігання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07008" y="146304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та зберігання всіх документів угоди в захищеному хмарному сховищі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98424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984248"/>
            <a:ext cx="91440" cy="8046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" y="2157984"/>
            <a:ext cx="457200" cy="457200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2075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Обмежений доступ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242316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 доступні лише учасникам конкретної угоди — стороннє втручання виключене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944368"/>
            <a:ext cx="91440" cy="8046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118104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Юридичний супровід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07008" y="338328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Юрист отримує персональний доступ до призначених йому справ та пов'язаних документів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" y="3904488"/>
            <a:ext cx="839419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904488"/>
            <a:ext cx="91440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" y="4078224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07008" y="39959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ролей та прав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07008" y="4343400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користувач бачить виключно те, що призначено для його ролі на платформі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"під капотом"? (простими словами)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84048" y="987552"/>
            <a:ext cx="83941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987552"/>
            <a:ext cx="91440" cy="65836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097280"/>
            <a:ext cx="1737360" cy="43891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972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Веб-сайт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423160" y="1078992"/>
            <a:ext cx="6236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Сучасний веб-додаток — відкривається у будь-якому браузері без потреби встановлювати програми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755648"/>
            <a:ext cx="83941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755648"/>
            <a:ext cx="91440" cy="65836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865376"/>
            <a:ext cx="1737360" cy="4389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6537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Інтерактивні карти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23160" y="1847088"/>
            <a:ext cx="6236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з Google Maps — точний пошук та відображення розташування об'єктів нерухомості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523744"/>
            <a:ext cx="83941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523744"/>
            <a:ext cx="91440" cy="6583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633472"/>
            <a:ext cx="1737360" cy="43891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6334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Миттєві сповіщення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23160" y="2615184"/>
            <a:ext cx="6236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автоматичних повідомлень — ви завжди в курсі нових офферів, зустрічей та змін у статусі угоди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83941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291840"/>
            <a:ext cx="91440" cy="6583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401568"/>
            <a:ext cx="1737360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0156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Надійна база даних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23160" y="3383280"/>
            <a:ext cx="6236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Всі ваші дані зберігаються в захищеній базі — безпечно, структуровано, завжди доступно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4059936"/>
            <a:ext cx="83941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4059936"/>
            <a:ext cx="91440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169664"/>
            <a:ext cx="173736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16966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Хмарне сховище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423160" y="4151376"/>
            <a:ext cx="6236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Документи та файли угоди зберігаються в безпечному хмарному просторі з резервним копіюванням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Перші кроки: як почати?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207008"/>
            <a:ext cx="804672" cy="804672"/>
          </a:xfrm>
          <a:prstGeom prst="ellipse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0700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44752" y="118872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Реєстрація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2064" y="2011680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Вкажіть ім'я, email та оберіть роль: покупець або продавець. Це займає менше хвилини.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18888" y="9875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207008"/>
            <a:ext cx="804672" cy="80467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0700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16168" y="118872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 email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011680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Перевірте поштову скриньку та перейдіть за посиланням для активації акаунта.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8163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" y="3035808"/>
            <a:ext cx="804672" cy="80467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03580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44752" y="301752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Заповнення профілю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" y="3840480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Додайте необхідну інформацію для повноцінного користування платформою.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18888" y="28163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035808"/>
            <a:ext cx="804672" cy="8046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035808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16168" y="3017520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83480" y="3840480"/>
            <a:ext cx="3648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Покупець — починайте шукати нерухомість. Продавець — створіть перше оголошення!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375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Особистий кабінет (Dashboard)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3977640" cy="109728"/>
          </a:xfrm>
          <a:prstGeom prst="rect">
            <a:avLst/>
          </a:prstGeom>
          <a:solidFill>
            <a:srgbClr val="1A3C6E"/>
          </a:solidFill>
          <a:ln w="12700">
            <a:solidFill>
              <a:srgbClr val="1A3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704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Активні угоди та офери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459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Огляд усіх поточних операцій та їх статус у режимі реального часу на головній сторінці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18888" y="9875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987552"/>
            <a:ext cx="3977640" cy="10972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1704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переглядів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56048" y="16459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Продавці бачать кількість переглядів своїх оголошень та динаміку зацікавленості покупців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8163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816352"/>
            <a:ext cx="3977640" cy="1097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9992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Найближчі зустрічі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34747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Зручний перелік запланованих показів та зустрічей з датами та часом проведення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18888" y="2816352"/>
            <a:ext cx="39776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816352"/>
            <a:ext cx="3977640" cy="1097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9992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Швидкий доступ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56048" y="34747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Інтуїтивна навігація до всіх ключових розділів платформи з однієї сторінки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C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32004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MPRealEstate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для вашої угоди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" y="1691640"/>
            <a:ext cx="804672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11680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202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Зручний пошук та фільтрація об'єктів нерухомості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" y="2011680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19202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Прозорий процес від оголошення до угоди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37760" y="2670048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25786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Безпечне зберігання документів та файлів угоди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2670048"/>
            <a:ext cx="228600" cy="228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257860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Комунікація між усіма учасниками в одному місці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440740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Дякуємо за увагу!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03520" y="440740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mprealestate.com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MPRealEstate — Презентація для користувача</dc:title>
  <dc:subject>PptxGenJS Presentation</dc:subject>
  <dc:creator>MPRealEstate</dc:creator>
  <cp:lastModifiedBy>MPRealEstate</cp:lastModifiedBy>
  <cp:revision>1</cp:revision>
  <dcterms:created xsi:type="dcterms:W3CDTF">2026-04-09T18:05:22Z</dcterms:created>
  <dcterms:modified xsi:type="dcterms:W3CDTF">2026-04-09T18:05:22Z</dcterms:modified>
</cp:coreProperties>
</file>